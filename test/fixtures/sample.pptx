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slide two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Revenue grew 12%</a:t>
            </a:r>
          </a:p>
          <a:p>
            <a:r>
              <a:t>Costs flat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914400" y="2743200"/>
            <a:ext cx="2743200" cy="914400"/>
            <a:chOff x="914400" y="2743200"/>
            <a:chExt cx="2743200" cy="91440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2743200"/>
              <a:ext cx="27432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Grouped caption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36576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Appendix notes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